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論文紹介" id="{F4152BDB-0FB8-A1B8-6C69-C2926B830492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435" autoAdjust="0"/>
  </p:normalViewPr>
  <p:slideViewPr>
    <p:cSldViewPr snapToGrid="0" snapToObjects="1">
      <p:cViewPr varScale="1">
        <p:scale>
          <a:sx n="138" d="100"/>
          <a:sy n="138" d="100"/>
        </p:scale>
        <p:origin x="300" y="80"/>
      </p:cViewPr>
      <p:guideLst/>
    </p:cSldViewPr>
  </p:slideViewPr>
  <p:notesTextViewPr>
    <p:cViewPr>
      <p:scale>
        <a:sx n="1" d="1"/>
        <a:sy n="1" d="1"/>
      </p:scale>
      <p:origin x="0" y="-47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508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私が紹介するのは、WISS2024の「高速投影による運動物体の残像色制御手法」です。
まず動画を見てください。（動画再生・約20秒）真っ白なスクリーンの前で手を振ると、手の残像にだけ「ABC」という文字が見えます。止まると見えません。
仕組みはこうです。プロジェクタは赤・緑・青を順番に高速で切り替えて色を作っています。そのため前で手を振ると、色が混ざりきらずにバラけて虹色に見えます。これは普通はプロジェクタの欠点とされる現象です。この研究では、白を「暗い目的の色15枚と、その補色1枚」に分けて、1秒に960枚投影します。止まって見ると全部が混ざって白に見えますが、物を素早く動かすと残像として目的の色が見えます。
課題は、これまでの方法だと残像の色がランダムな虹色になってしまい、狙った色や絵を出せなかったことです。新規性は、カメラで物体を追いかけなくても、残像の色を狙って指定できるようにした点です。少し抽象的に言うと、「止まって見たときと、動いたときで、違う情報が見える表示」を作ったことだと思います。
有用性としては、スマホのカメラはシャッターが速いので、撮影すると「動いたときの絵」が写ります。なので、肉眼では普通の駅広告なのに、写真に撮ると撮影禁止マークが写る、といった使い方が提案されています。
面白いと思ったのは、プロジェクタの「色がバラけて見える」という本来は欠点とされる現象を、逆に情報を伝える手段として使っている点です。
一方で、評価はカメラで撮った色の差を測っただけで、人が実際にどう見えるかは検証していません。また暗い部屋と高価な高速プロジェクタが必要なので、明るい駅で本当に使えるかは今後の課題だと思いました。以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_INT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3" name="Text 0"/>
          <p:cNvSpPr txBox="1"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2"/>
                </a:solidFill>
              </a:rPr>
              <a:t>出典：幸谷 有紗, 宮藤 詩緒, 小池 英樹. 高速投影による運動物体の残像色制御手法. WISS 2024.  動画：WISS2024予稿集より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高速投影による運動物体の残像色制御手法</a:t>
            </a:r>
            <a:endParaRPr lang="en-US" sz="2400" dirty="0"/>
          </a:p>
        </p:txBody>
      </p:sp>
      <p:sp>
        <p:nvSpPr>
          <p:cNvPr id="3" name="authors"/>
          <p:cNvSpPr txBox="1"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幸谷・宮藤・小池（東京科学大学）／ WISS 2024</a:t>
            </a:r>
            <a:endParaRPr lang="en-US" sz="1200" dirty="0"/>
          </a:p>
        </p:txBody>
      </p:sp>
      <p:pic>
        <p:nvPicPr>
          <p:cNvPr id="4" name="demo-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65760" y="1188720"/>
            <a:ext cx="4572000" cy="2571750"/>
          </a:xfrm>
          <a:prstGeom prst="rect">
            <a:avLst/>
          </a:prstGeom>
        </p:spPr>
      </p:pic>
      <p:sp>
        <p:nvSpPr>
          <p:cNvPr id="5" name="video-caption"/>
          <p:cNvSpPr txBox="1"/>
          <p:nvPr/>
        </p:nvSpPr>
        <p:spPr>
          <a:xfrm>
            <a:off x="365760" y="38221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止まっていると真っ白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→ 手を振ると残像に「ABC」が浮かぶ</a:t>
            </a:r>
            <a:endParaRPr lang="en-US" sz="1300" dirty="0"/>
          </a:p>
        </p:txBody>
      </p:sp>
      <p:sp>
        <p:nvSpPr>
          <p:cNvPr id="6" name="chip-課題"/>
          <p:cNvSpPr/>
          <p:nvPr/>
        </p:nvSpPr>
        <p:spPr>
          <a:xfrm>
            <a:off x="5257800" y="1261872"/>
            <a:ext cx="777240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chip-label-課題"/>
          <p:cNvSpPr txBox="1"/>
          <p:nvPr/>
        </p:nvSpPr>
        <p:spPr>
          <a:xfrm>
            <a:off x="5257800" y="126187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課題</a:t>
            </a:r>
            <a:endParaRPr lang="en-US" sz="1200" dirty="0"/>
          </a:p>
        </p:txBody>
      </p:sp>
      <p:sp>
        <p:nvSpPr>
          <p:cNvPr id="8" name="row-課題"/>
          <p:cNvSpPr txBox="1"/>
          <p:nvPr/>
        </p:nvSpPr>
        <p:spPr>
          <a:xfrm>
            <a:off x="6153912" y="1261872"/>
            <a:ext cx="2624328" cy="53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残像の色はランダムな虹色になり、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狙った色や絵を出せなかった</a:t>
            </a:r>
            <a:endParaRPr lang="en-US" sz="1200" dirty="0"/>
          </a:p>
        </p:txBody>
      </p:sp>
      <p:sp>
        <p:nvSpPr>
          <p:cNvPr id="9" name="chip-提案"/>
          <p:cNvSpPr/>
          <p:nvPr/>
        </p:nvSpPr>
        <p:spPr>
          <a:xfrm>
            <a:off x="5257800" y="1993392"/>
            <a:ext cx="777240" cy="329184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chip-label-提案"/>
          <p:cNvSpPr txBox="1"/>
          <p:nvPr/>
        </p:nvSpPr>
        <p:spPr>
          <a:xfrm>
            <a:off x="5257800" y="199339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提案</a:t>
            </a:r>
            <a:endParaRPr lang="en-US" sz="1200" dirty="0"/>
          </a:p>
        </p:txBody>
      </p:sp>
      <p:sp>
        <p:nvSpPr>
          <p:cNvPr id="11" name="row-提案"/>
          <p:cNvSpPr txBox="1"/>
          <p:nvPr/>
        </p:nvSpPr>
        <p:spPr>
          <a:xfrm>
            <a:off x="6153912" y="1993392"/>
            <a:ext cx="2624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白を「暗い目的色15枚＋補色1枚」に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分けて960fpsで投影</a:t>
            </a:r>
            <a:endParaRPr lang="en-US" sz="1200" dirty="0"/>
          </a:p>
        </p:txBody>
      </p:sp>
      <p:sp>
        <p:nvSpPr>
          <p:cNvPr id="12" name="chip-新規性"/>
          <p:cNvSpPr/>
          <p:nvPr/>
        </p:nvSpPr>
        <p:spPr>
          <a:xfrm>
            <a:off x="5257800" y="2724912"/>
            <a:ext cx="777240" cy="329184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chip-label-新規性"/>
          <p:cNvSpPr txBox="1"/>
          <p:nvPr/>
        </p:nvSpPr>
        <p:spPr>
          <a:xfrm>
            <a:off x="5257800" y="272491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新規性</a:t>
            </a:r>
            <a:endParaRPr lang="en-US" sz="1200" dirty="0"/>
          </a:p>
        </p:txBody>
      </p:sp>
      <p:sp>
        <p:nvSpPr>
          <p:cNvPr id="14" name="row-新規性"/>
          <p:cNvSpPr txBox="1"/>
          <p:nvPr/>
        </p:nvSpPr>
        <p:spPr>
          <a:xfrm>
            <a:off x="6153912" y="2743200"/>
            <a:ext cx="2624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物体をカメラで追わずに、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残像の色を指定できる</a:t>
            </a:r>
            <a:endParaRPr lang="en-US" sz="1200" dirty="0"/>
          </a:p>
        </p:txBody>
      </p:sp>
      <p:sp>
        <p:nvSpPr>
          <p:cNvPr id="15" name="chip-有用性"/>
          <p:cNvSpPr/>
          <p:nvPr/>
        </p:nvSpPr>
        <p:spPr>
          <a:xfrm>
            <a:off x="5257800" y="3456432"/>
            <a:ext cx="777240" cy="329184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chip-label-有用性"/>
          <p:cNvSpPr txBox="1"/>
          <p:nvPr/>
        </p:nvSpPr>
        <p:spPr>
          <a:xfrm>
            <a:off x="5257800" y="345643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有用性</a:t>
            </a:r>
            <a:endParaRPr lang="en-US" sz="1200" dirty="0"/>
          </a:p>
        </p:txBody>
      </p:sp>
      <p:sp>
        <p:nvSpPr>
          <p:cNvPr id="17" name="row-有用性"/>
          <p:cNvSpPr txBox="1"/>
          <p:nvPr/>
        </p:nvSpPr>
        <p:spPr>
          <a:xfrm>
            <a:off x="6153912" y="3459388"/>
            <a:ext cx="2624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撮ると見える絵が変わる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→「撮影禁止」が写る駅広告など</a:t>
            </a:r>
            <a:endParaRPr lang="en-US" sz="1200" dirty="0"/>
          </a:p>
        </p:txBody>
      </p:sp>
      <p:sp>
        <p:nvSpPr>
          <p:cNvPr id="18" name="takeaway-box"/>
          <p:cNvSpPr/>
          <p:nvPr/>
        </p:nvSpPr>
        <p:spPr>
          <a:xfrm>
            <a:off x="365760" y="4407408"/>
            <a:ext cx="841248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akeaway"/>
          <p:cNvSpPr txBox="1"/>
          <p:nvPr/>
        </p:nvSpPr>
        <p:spPr>
          <a:xfrm>
            <a:off x="502920" y="440740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面白いところ：</a:t>
            </a:r>
            <a:r>
              <a:rPr lang="en-US" sz="1400" b="1" dirty="0">
                <a:solidFill>
                  <a:schemeClr val="tx1"/>
                </a:solidFill>
              </a:rPr>
              <a:t>欠点だった「動くと色がバラけて見える現象」を、情報を運ぶ手段に逆転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GB Afterimage">
  <a:themeElements>
    <a:clrScheme name="RGB Afterimage">
      <a:dk1>
        <a:srgbClr val="1F2230"/>
      </a:dk1>
      <a:lt1>
        <a:srgbClr val="FFFFFF"/>
      </a:lt1>
      <a:dk2>
        <a:srgbClr val="4A4F63"/>
      </a:dk2>
      <a:lt2>
        <a:srgbClr val="F1F3F8"/>
      </a:lt2>
      <a:accent1>
        <a:srgbClr val="D7263D"/>
      </a:accent1>
      <a:accent2>
        <a:srgbClr val="1B998B"/>
      </a:accent2>
      <a:accent3>
        <a:srgbClr val="2E5EAA"/>
      </a:accent3>
      <a:accent4>
        <a:srgbClr val="2B2D42"/>
      </a:accent4>
      <a:accent5>
        <a:srgbClr val="F4A261"/>
      </a:accent5>
      <a:accent6>
        <a:srgbClr val="8D99AE"/>
      </a:accent6>
      <a:hlink>
        <a:srgbClr val="2E5EAA"/>
      </a:hlink>
      <a:folHlink>
        <a:srgbClr val="6D597A"/>
      </a:folHlink>
    </a:clrScheme>
    <a:fontScheme name="RGB Afterimag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196</Words>
  <Application>Microsoft Office PowerPoint</Application>
  <PresentationFormat>画面に合わせる (16:9)</PresentationFormat>
  <Paragraphs>19</Paragraphs>
  <Slides>1</Slides>
  <Notes>1</Notes>
  <HiddenSlides>0</HiddenSlides>
  <MMClips>1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3" baseType="lpstr">
      <vt:lpstr>Arial</vt:lpstr>
      <vt:lpstr>RGB Afterimage</vt:lpstr>
      <vt:lpstr>高速投影による運動物体の残像色制御手法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高速投影による運動物体の残像色制御手法（論文紹介）</dc:title>
  <dc:subject>PptxGenJS Presentation</dc:subject>
  <dc:creator>PptxGenJS</dc:creator>
  <cp:lastModifiedBy>颯斗 卜部</cp:lastModifiedBy>
  <cp:revision>2</cp:revision>
  <dcterms:created xsi:type="dcterms:W3CDTF">2026-10-07T01:47:46Z</dcterms:created>
  <dcterms:modified xsi:type="dcterms:W3CDTF">2026-10-08T01:34:51Z</dcterms:modified>
</cp:coreProperties>
</file>