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c6f889893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c6f8898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889893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8898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6f889893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6f88989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c6f889893_0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c6f88989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c6f889893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c6f88989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6503d14de_2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6503d14de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6503d14de_2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6503d14de_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65e9787a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65e9787a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65e9787a2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65e9787a2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65e9787a2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65e9787a2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~~~~~</a:t>
            </a:r>
            <a:r>
              <a:rPr lang="ja"/>
              <a:t>アプリ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チーム名: いえい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800200"/>
            <a:ext cx="7505700" cy="24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ja" sz="2500"/>
              <a:t>各メンバーと役割</a:t>
            </a:r>
            <a:endParaRPr sz="25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ja" sz="2100"/>
              <a:t>リーダー ： 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ja" sz="2100"/>
              <a:t>進捗管理 ： 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ja" sz="2100"/>
              <a:t>品質管理 ： 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ja" sz="2100"/>
              <a:t>資料作成 ： 卜部 颯斗</a:t>
            </a:r>
            <a:endParaRPr sz="21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idx="4294967295"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チームのテーマ（だれか書いてーーーー）</a:t>
            </a:r>
            <a:endParaRPr/>
          </a:p>
        </p:txBody>
      </p:sp>
      <p:grpSp>
        <p:nvGrpSpPr>
          <p:cNvPr id="141" name="Google Shape;141;p15"/>
          <p:cNvGrpSpPr/>
          <p:nvPr/>
        </p:nvGrpSpPr>
        <p:grpSpPr>
          <a:xfrm>
            <a:off x="431825" y="1342525"/>
            <a:ext cx="2683300" cy="3302700"/>
            <a:chOff x="431825" y="1342525"/>
            <a:chExt cx="2683300" cy="3302700"/>
          </a:xfrm>
        </p:grpSpPr>
        <p:sp>
          <p:nvSpPr>
            <p:cNvPr id="142" name="Google Shape;142;p15"/>
            <p:cNvSpPr/>
            <p:nvPr/>
          </p:nvSpPr>
          <p:spPr>
            <a:xfrm>
              <a:off x="431825" y="1342525"/>
              <a:ext cx="2683200" cy="3302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5"/>
            <p:cNvSpPr txBox="1"/>
            <p:nvPr/>
          </p:nvSpPr>
          <p:spPr>
            <a:xfrm>
              <a:off x="431925" y="1342525"/>
              <a:ext cx="26832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5"/>
          <p:cNvSpPr txBox="1"/>
          <p:nvPr>
            <p:ph idx="4294967295" type="body"/>
          </p:nvPr>
        </p:nvSpPr>
        <p:spPr>
          <a:xfrm>
            <a:off x="489192" y="1337725"/>
            <a:ext cx="3495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1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45" name="Google Shape;145;p15"/>
          <p:cNvCxnSpPr/>
          <p:nvPr/>
        </p:nvCxnSpPr>
        <p:spPr>
          <a:xfrm>
            <a:off x="857675" y="1514725"/>
            <a:ext cx="0" cy="47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5"/>
          <p:cNvSpPr txBox="1"/>
          <p:nvPr>
            <p:ph idx="4294967295" type="body"/>
          </p:nvPr>
        </p:nvSpPr>
        <p:spPr>
          <a:xfrm>
            <a:off x="933875" y="1337725"/>
            <a:ext cx="21018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lt1"/>
                </a:solidFill>
              </a:rPr>
              <a:t>世界最大のサンゴ礁地帯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47" name="Google Shape;147;p15"/>
          <p:cNvSpPr txBox="1"/>
          <p:nvPr>
            <p:ph idx="4294967295" type="body"/>
          </p:nvPr>
        </p:nvSpPr>
        <p:spPr>
          <a:xfrm>
            <a:off x="508125" y="2268950"/>
            <a:ext cx="2530800" cy="23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/>
              <a:t>ここにテキストを挿入 ここにテキストを挿入 ここにテキストを挿入 ここにテキストを挿入 ここにテキストを挿入 ここにテキストを挿入。</a:t>
            </a:r>
            <a:r>
              <a:rPr lang="ja" sz="1400"/>
              <a:t> 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ja" sz="1400"/>
              <a:t>ここにテキストを挿入 ここにテキストを挿入 </a:t>
            </a:r>
            <a:endParaRPr sz="1400"/>
          </a:p>
        </p:txBody>
      </p:sp>
      <p:grpSp>
        <p:nvGrpSpPr>
          <p:cNvPr id="148" name="Google Shape;148;p15"/>
          <p:cNvGrpSpPr/>
          <p:nvPr/>
        </p:nvGrpSpPr>
        <p:grpSpPr>
          <a:xfrm>
            <a:off x="3221800" y="1342525"/>
            <a:ext cx="2673003" cy="3302700"/>
            <a:chOff x="3221800" y="1342525"/>
            <a:chExt cx="2673003" cy="3302700"/>
          </a:xfrm>
        </p:grpSpPr>
        <p:sp>
          <p:nvSpPr>
            <p:cNvPr id="149" name="Google Shape;149;p15"/>
            <p:cNvSpPr/>
            <p:nvPr/>
          </p:nvSpPr>
          <p:spPr>
            <a:xfrm>
              <a:off x="3221803" y="1342525"/>
              <a:ext cx="2673000" cy="3302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5"/>
            <p:cNvSpPr txBox="1"/>
            <p:nvPr/>
          </p:nvSpPr>
          <p:spPr>
            <a:xfrm>
              <a:off x="3221800" y="1342525"/>
              <a:ext cx="26730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5"/>
          <p:cNvSpPr txBox="1"/>
          <p:nvPr>
            <p:ph idx="4294967295" type="body"/>
          </p:nvPr>
        </p:nvSpPr>
        <p:spPr>
          <a:xfrm>
            <a:off x="3275767" y="1337725"/>
            <a:ext cx="3495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2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52" name="Google Shape;152;p15"/>
          <p:cNvCxnSpPr/>
          <p:nvPr/>
        </p:nvCxnSpPr>
        <p:spPr>
          <a:xfrm>
            <a:off x="3647550" y="1514725"/>
            <a:ext cx="0" cy="47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15"/>
          <p:cNvSpPr txBox="1"/>
          <p:nvPr>
            <p:ph idx="4294967295" type="body"/>
          </p:nvPr>
        </p:nvSpPr>
        <p:spPr>
          <a:xfrm>
            <a:off x="3723750" y="1342525"/>
            <a:ext cx="21018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lt1"/>
                </a:solidFill>
              </a:rPr>
              <a:t>宇宙からも確認できる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54" name="Google Shape;154;p15"/>
          <p:cNvSpPr txBox="1"/>
          <p:nvPr>
            <p:ph idx="4294967295" type="body"/>
          </p:nvPr>
        </p:nvSpPr>
        <p:spPr>
          <a:xfrm>
            <a:off x="3294700" y="2268950"/>
            <a:ext cx="2530800" cy="23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400"/>
              <a:t>ここにテキストを挿入 ここにテキストを挿入 </a:t>
            </a:r>
            <a:endParaRPr sz="14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ja" sz="1400"/>
              <a:t>ここにテキストを挿入 ここにテキストを挿入 ここにテキストを挿入 </a:t>
            </a:r>
            <a:endParaRPr sz="14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ja" sz="1400"/>
              <a:t>ここにテキストを挿入 ここにテキストを挿入 </a:t>
            </a:r>
            <a:endParaRPr sz="1400"/>
          </a:p>
        </p:txBody>
      </p:sp>
      <p:grpSp>
        <p:nvGrpSpPr>
          <p:cNvPr id="155" name="Google Shape;155;p15"/>
          <p:cNvGrpSpPr/>
          <p:nvPr/>
        </p:nvGrpSpPr>
        <p:grpSpPr>
          <a:xfrm>
            <a:off x="6007125" y="1342525"/>
            <a:ext cx="2673000" cy="3302700"/>
            <a:chOff x="6007125" y="1342525"/>
            <a:chExt cx="2673000" cy="3302700"/>
          </a:xfrm>
        </p:grpSpPr>
        <p:sp>
          <p:nvSpPr>
            <p:cNvPr id="156" name="Google Shape;156;p15"/>
            <p:cNvSpPr/>
            <p:nvPr/>
          </p:nvSpPr>
          <p:spPr>
            <a:xfrm>
              <a:off x="6007125" y="1342525"/>
              <a:ext cx="2673000" cy="3302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6007125" y="1342525"/>
              <a:ext cx="2673000" cy="823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8" name="Google Shape;158;p15"/>
          <p:cNvSpPr txBox="1"/>
          <p:nvPr>
            <p:ph idx="4294967295" type="body"/>
          </p:nvPr>
        </p:nvSpPr>
        <p:spPr>
          <a:xfrm>
            <a:off x="6058742" y="1337725"/>
            <a:ext cx="3495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solidFill>
                  <a:schemeClr val="lt1"/>
                </a:solidFill>
              </a:rPr>
              <a:t>3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59" name="Google Shape;159;p15"/>
          <p:cNvCxnSpPr/>
          <p:nvPr/>
        </p:nvCxnSpPr>
        <p:spPr>
          <a:xfrm>
            <a:off x="6427225" y="1514725"/>
            <a:ext cx="0" cy="47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5"/>
          <p:cNvSpPr txBox="1"/>
          <p:nvPr>
            <p:ph idx="4294967295" type="body"/>
          </p:nvPr>
        </p:nvSpPr>
        <p:spPr>
          <a:xfrm>
            <a:off x="6503425" y="1342525"/>
            <a:ext cx="2101800" cy="82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500">
                <a:solidFill>
                  <a:schemeClr val="lt1"/>
                </a:solidFill>
              </a:rPr>
              <a:t>オーストラリアのクイーンズランド州にある</a:t>
            </a:r>
            <a:endParaRPr sz="1500">
              <a:solidFill>
                <a:schemeClr val="lt1"/>
              </a:solidFill>
            </a:endParaRPr>
          </a:p>
        </p:txBody>
      </p:sp>
      <p:sp>
        <p:nvSpPr>
          <p:cNvPr id="161" name="Google Shape;161;p15"/>
          <p:cNvSpPr txBox="1"/>
          <p:nvPr>
            <p:ph idx="4294967295" type="body"/>
          </p:nvPr>
        </p:nvSpPr>
        <p:spPr>
          <a:xfrm>
            <a:off x="6077675" y="2268950"/>
            <a:ext cx="2530800" cy="23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ja" sz="1400"/>
              <a:t>ここにテキストを挿入 ここにテキストを挿入 ここにテキストを挿入 ここにテキストを挿入 ここにテキストを挿入。 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"/>
          <p:cNvSpPr txBox="1"/>
          <p:nvPr>
            <p:ph type="title"/>
          </p:nvPr>
        </p:nvSpPr>
        <p:spPr>
          <a:xfrm>
            <a:off x="1033450" y="2094450"/>
            <a:ext cx="7505700" cy="95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ここでデモンストレーション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実装した機能</a:t>
            </a:r>
            <a:endParaRPr/>
          </a:p>
        </p:txBody>
      </p:sp>
      <p:sp>
        <p:nvSpPr>
          <p:cNvPr id="172" name="Google Shape;172;p17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ja" sz="2000"/>
              <a:t>//////</a:t>
            </a:r>
            <a:endParaRPr sz="2000"/>
          </a:p>
        </p:txBody>
      </p:sp>
      <p:pic>
        <p:nvPicPr>
          <p:cNvPr descr="エッフェル塔のモノクロ画像" id="173" name="Google Shape;173;p17"/>
          <p:cNvPicPr preferRelativeResize="0"/>
          <p:nvPr/>
        </p:nvPicPr>
        <p:blipFill rotWithShape="1">
          <a:blip r:embed="rId3">
            <a:alphaModFix/>
          </a:blip>
          <a:srcRect b="2235" l="6027" r="10840" t="4246"/>
          <a:stretch/>
        </p:blipFill>
        <p:spPr>
          <a:xfrm>
            <a:off x="6471700" y="0"/>
            <a:ext cx="26722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工夫した点</a:t>
            </a:r>
            <a:endParaRPr/>
          </a:p>
        </p:txBody>
      </p:sp>
      <p:sp>
        <p:nvSpPr>
          <p:cNvPr id="179" name="Google Shape;179;p18"/>
          <p:cNvSpPr txBox="1"/>
          <p:nvPr>
            <p:ph idx="2" type="body"/>
          </p:nvPr>
        </p:nvSpPr>
        <p:spPr>
          <a:xfrm>
            <a:off x="1642050" y="152400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感想</a:t>
            </a:r>
            <a:endParaRPr/>
          </a:p>
        </p:txBody>
      </p:sp>
      <p:sp>
        <p:nvSpPr>
          <p:cNvPr id="185" name="Google Shape;185;p1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感想</a:t>
            </a:r>
            <a:endParaRPr/>
          </a:p>
        </p:txBody>
      </p:sp>
      <p:sp>
        <p:nvSpPr>
          <p:cNvPr id="192" name="Google Shape;192;p20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感想</a:t>
            </a:r>
            <a:endParaRPr/>
          </a:p>
        </p:txBody>
      </p:sp>
      <p:sp>
        <p:nvSpPr>
          <p:cNvPr id="199" name="Google Shape;199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感想</a:t>
            </a:r>
            <a:endParaRPr/>
          </a:p>
        </p:txBody>
      </p:sp>
      <p:sp>
        <p:nvSpPr>
          <p:cNvPr id="206" name="Google Shape;206;p22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